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81" r:id="rId4"/>
    <p:sldId id="262" r:id="rId5"/>
    <p:sldId id="263" r:id="rId6"/>
    <p:sldId id="264" r:id="rId7"/>
    <p:sldId id="268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RUJdF3Mu84I9ambvMh34lWJvp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B85C19-A433-4D10-9EDC-B45DD99064DA}">
  <a:tblStyle styleId="{8FB85C19-A433-4D10-9EDC-B45DD99064D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BD990484-217C-D1FB-2C9E-4D9953C0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>
            <a:extLst>
              <a:ext uri="{FF2B5EF4-FFF2-40B4-BE49-F238E27FC236}">
                <a16:creationId xmlns:a16="http://schemas.microsoft.com/office/drawing/2014/main" id="{E222CA1D-E227-7FF1-04F2-D52886FC9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C2824600-9DFE-86EE-D176-BA52C217E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562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cf035dbfd_0_2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30cf035dbfd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Academic Year 2025 - 26</a:t>
            </a:r>
            <a:br>
              <a:rPr lang="en-US" sz="18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</a:b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S7 MINI PROJECT - I</a:t>
            </a:r>
            <a:b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Zeroth</a:t>
            </a:r>
            <a:r>
              <a:rPr lang="en-US" sz="18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Review </a:t>
            </a:r>
            <a:endParaRPr sz="1800" b="1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lang="en-US" b="1" dirty="0">
                <a:solidFill>
                  <a:srgbClr val="385623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PROJECT TITLE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BIT Automated Student Leave &amp; </a:t>
            </a:r>
            <a:r>
              <a:rPr lang="en-US" b="1" dirty="0" err="1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Outpass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Management System with Parent Notification Workflows</a:t>
            </a:r>
            <a:endParaRPr b="1" dirty="0">
              <a:solidFill>
                <a:srgbClr val="7030A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266998" y="4893518"/>
            <a:ext cx="5226900" cy="1731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385623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SUBMITTED BY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SUGANTHAN S V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(7376231EC298)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VIBIN V (7376231EC316)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THARUN PRASATH C </a:t>
            </a:r>
            <a:r>
              <a:rPr lang="en-US" sz="1600" b="1" i="0" u="none" strike="noStrike" cap="none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(7376231EC308)</a:t>
            </a:r>
            <a:endParaRPr sz="1600" b="1" i="0" u="none" strike="noStrike" cap="none" dirty="0">
              <a:solidFill>
                <a:srgbClr val="7030A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771255" y="4893518"/>
            <a:ext cx="5032800" cy="14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385623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GUIDE </a:t>
            </a:r>
            <a:endParaRPr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2100" b="1" i="0" u="none" strike="noStrike" cap="none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INDHU BHASHINI V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Ass</a:t>
            </a: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istant</a:t>
            </a:r>
            <a:r>
              <a:rPr lang="en-US" sz="1800" b="1" i="0" u="none" strike="noStrike" cap="none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 Professor 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Department of </a:t>
            </a: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Information Technology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218805" y="3678465"/>
            <a:ext cx="613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2F5496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CATERGORY 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INTERNAL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C05D52-3C4A-3442-A1CA-7B1E3FCC888E}"/>
              </a:ext>
            </a:extLst>
          </p:cNvPr>
          <p:cNvSpPr txBox="1"/>
          <p:nvPr/>
        </p:nvSpPr>
        <p:spPr>
          <a:xfrm>
            <a:off x="2091610" y="3678634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PROJECT ID</a:t>
            </a:r>
          </a:p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2026AC581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body" idx="1"/>
          </p:nvPr>
        </p:nvSpPr>
        <p:spPr>
          <a:xfrm>
            <a:off x="838200" y="983672"/>
            <a:ext cx="10515600" cy="537267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requests are handled manually using paper forms.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must visit multiple authorities for approvals.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 are not informed immediately after leave approval.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verification at the campus gate is manual.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record of student entry and exit.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leave history and reports.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SzPts val="2800"/>
              <a:buNone/>
            </a:pPr>
            <a:endParaRPr lang="en-IN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IN" sz="2400" b="1" dirty="0">
                <a:solidFill>
                  <a:srgbClr val="7030A0"/>
                </a:solidFill>
              </a:rPr>
              <a:t>	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</p:txBody>
      </p:sp>
      <p:sp>
        <p:nvSpPr>
          <p:cNvPr id="100" name="Google Shape;10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85623"/>
                </a:solidFill>
              </a:rPr>
              <a:t>16-7-2026</a:t>
            </a:r>
            <a:endParaRPr b="1" dirty="0">
              <a:solidFill>
                <a:srgbClr val="385623"/>
              </a:solidFill>
            </a:endParaRPr>
          </a:p>
        </p:txBody>
      </p:sp>
      <p:sp>
        <p:nvSpPr>
          <p:cNvPr id="101" name="Google Shape;10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85623"/>
                </a:solidFill>
              </a:rPr>
              <a:t>ZEROTH REVIEW PRESENTATION</a:t>
            </a:r>
            <a:endParaRPr b="1" dirty="0">
              <a:solidFill>
                <a:srgbClr val="385623"/>
              </a:solidFill>
            </a:endParaRPr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b="1">
                <a:solidFill>
                  <a:srgbClr val="385623"/>
                </a:solidFill>
              </a:rPr>
              <a:t>2</a:t>
            </a:fld>
            <a:endParaRPr b="1" dirty="0">
              <a:solidFill>
                <a:srgbClr val="385623"/>
              </a:solidFill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6A87B0C9-BB6F-8477-8F98-F057954DB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>
            <a:extLst>
              <a:ext uri="{FF2B5EF4-FFF2-40B4-BE49-F238E27FC236}">
                <a16:creationId xmlns:a16="http://schemas.microsoft.com/office/drawing/2014/main" id="{3CAC8B1F-4D59-7659-543E-FB01BD2DD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983672"/>
            <a:ext cx="10515600" cy="5372677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Aim: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develop a secure web-based Leave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System that automates the approval process, generates QR codes for gate verification, and notifies parents about student movements.</a:t>
            </a:r>
            <a:r>
              <a:rPr lang="en-IN" sz="2400" b="1" dirty="0">
                <a:solidFill>
                  <a:srgbClr val="7030A0"/>
                </a:solidFill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Digitize leave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outpass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requests.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approval workflow.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secure QR codes.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QR-based gate verification.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automatic parent notifications.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centralized leave records.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role-based access for different users.</a:t>
            </a:r>
            <a:endParaRPr lang="en-IN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IN" sz="2400" b="1" dirty="0">
              <a:solidFill>
                <a:srgbClr val="7030A0"/>
              </a:solidFill>
            </a:endParaRPr>
          </a:p>
        </p:txBody>
      </p:sp>
      <p:sp>
        <p:nvSpPr>
          <p:cNvPr id="100" name="Google Shape;100;p4">
            <a:extLst>
              <a:ext uri="{FF2B5EF4-FFF2-40B4-BE49-F238E27FC236}">
                <a16:creationId xmlns:a16="http://schemas.microsoft.com/office/drawing/2014/main" id="{EBEACCAA-D407-9A6A-D147-65C773FC23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85623"/>
                </a:solidFill>
              </a:rPr>
              <a:t>16-7-2026</a:t>
            </a:r>
            <a:endParaRPr b="1" dirty="0">
              <a:solidFill>
                <a:srgbClr val="385623"/>
              </a:solidFill>
            </a:endParaRPr>
          </a:p>
        </p:txBody>
      </p:sp>
      <p:sp>
        <p:nvSpPr>
          <p:cNvPr id="101" name="Google Shape;101;p4">
            <a:extLst>
              <a:ext uri="{FF2B5EF4-FFF2-40B4-BE49-F238E27FC236}">
                <a16:creationId xmlns:a16="http://schemas.microsoft.com/office/drawing/2014/main" id="{A1EE79AF-4E2D-0225-9309-8A902A343E0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85623"/>
                </a:solidFill>
              </a:rPr>
              <a:t>ZEROTH REVIEW PRESENTATION</a:t>
            </a:r>
            <a:endParaRPr b="1" dirty="0">
              <a:solidFill>
                <a:srgbClr val="385623"/>
              </a:solidFill>
            </a:endParaRPr>
          </a:p>
        </p:txBody>
      </p:sp>
      <p:sp>
        <p:nvSpPr>
          <p:cNvPr id="102" name="Google Shape;102;p4">
            <a:extLst>
              <a:ext uri="{FF2B5EF4-FFF2-40B4-BE49-F238E27FC236}">
                <a16:creationId xmlns:a16="http://schemas.microsoft.com/office/drawing/2014/main" id="{ED591BD1-5B24-6928-85B7-089915B4A2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b="1">
                <a:solidFill>
                  <a:srgbClr val="385623"/>
                </a:solidFill>
              </a:rPr>
              <a:t>3</a:t>
            </a:fld>
            <a:endParaRPr b="1" dirty="0">
              <a:solidFill>
                <a:srgbClr val="385623"/>
              </a:solidFill>
            </a:endParaRPr>
          </a:p>
        </p:txBody>
      </p:sp>
      <p:sp>
        <p:nvSpPr>
          <p:cNvPr id="103" name="Google Shape;103;p4">
            <a:extLst>
              <a:ext uri="{FF2B5EF4-FFF2-40B4-BE49-F238E27FC236}">
                <a16:creationId xmlns:a16="http://schemas.microsoft.com/office/drawing/2014/main" id="{91A99C34-EC1A-AE19-54E6-211A901574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AIM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35410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16-07-2026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6" name="Google Shape;14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ZEROTH REVIEW PRESENTATION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accent6">
                    <a:lumMod val="50000"/>
                  </a:schemeClr>
                </a:solidFill>
              </a:rPr>
              <a:t>4</a:t>
            </a:fld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WORKFLOW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15E1F-EB91-EE6C-CC20-2684DC6BF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821" y="678872"/>
            <a:ext cx="5488357" cy="5677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16-07-2026</a:t>
            </a:r>
          </a:p>
        </p:txBody>
      </p:sp>
      <p:sp>
        <p:nvSpPr>
          <p:cNvPr id="154" name="Google Shape;15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ZEROTH REVIEW PRESENTATION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accent6">
                    <a:lumMod val="50000"/>
                  </a:schemeClr>
                </a:solidFill>
              </a:rPr>
              <a:t>5</a:t>
            </a:fld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6" name="Google Shape;156;p1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IN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ARCHITECTURE DIAGRAM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F5CDE-46AF-74DC-5626-FBACEE8C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89" y="678873"/>
            <a:ext cx="10208621" cy="5677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>
              <a:solidFill>
                <a:srgbClr val="7030A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React.js,</a:t>
            </a:r>
            <a:r>
              <a:rPr lang="en-IN" sz="2000" dirty="0"/>
              <a:t> Tailwind CSS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Node.js,Express.js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 Atlas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 + Google Auth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 Code: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html5-qrcode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PWA: Service Workers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&amp; GitHub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(Frontend), Render (Backend)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>
                <a:solidFill>
                  <a:srgbClr val="7030A0"/>
                </a:solidFill>
              </a:rPr>
              <a:t> 	</a:t>
            </a:r>
            <a:endParaRPr sz="2400" b="1" dirty="0">
              <a:solidFill>
                <a:srgbClr val="7030A0"/>
              </a:solidFill>
            </a:endParaRPr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63" name="Google Shape;1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16-07-2026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4" name="Google Shape;1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ZEROTH REVIEW PRESENTATION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5" name="Google Shape;16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accent6">
                    <a:lumMod val="50000"/>
                  </a:schemeClr>
                </a:solidFill>
              </a:rPr>
              <a:t>6</a:t>
            </a:fld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CHOICE  OF  COMPONENTS  /  MODULES  / METHODS/TECHNIQUES </a:t>
            </a:r>
            <a:b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EQUIPMENT  USED FOR  PROJECT DEVELOPMENT </a:t>
            </a:r>
            <a:endParaRPr sz="2400" b="1" dirty="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f035dbfd_0_299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leave management.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approval process.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QR-based secure gate verification.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parent notifications.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leave tracking.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campus security. 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work.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Google Shape;199;g30cf035dbfd_0_299"/>
          <p:cNvSpPr txBox="1">
            <a:spLocks noGrp="1"/>
          </p:cNvSpPr>
          <p:nvPr>
            <p:ph type="dt" idx="10"/>
          </p:nvPr>
        </p:nvSpPr>
        <p:spPr>
          <a:xfrm>
            <a:off x="838200" y="637239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16-07-2026</a:t>
            </a:r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0" name="Google Shape;200;g30cf035dbfd_0_2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rgbClr val="385623"/>
                </a:solidFill>
              </a:rPr>
              <a:t>ZEROTH REVIEW PRESENTATION</a:t>
            </a:r>
            <a:endParaRPr b="1" dirty="0">
              <a:solidFill>
                <a:srgbClr val="385623"/>
              </a:solidFill>
            </a:endParaRPr>
          </a:p>
        </p:txBody>
      </p:sp>
      <p:sp>
        <p:nvSpPr>
          <p:cNvPr id="201" name="Google Shape;201;g30cf035dbfd_0_2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accent6">
                    <a:lumMod val="50000"/>
                  </a:schemeClr>
                </a:solidFill>
              </a:rPr>
              <a:t>7</a:t>
            </a:fld>
            <a:endParaRPr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2" name="Google Shape;202;g30cf035dbfd_0_29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lang="en-US" sz="2400" b="1" dirty="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346</Words>
  <Application>Microsoft Office PowerPoint</Application>
  <PresentationFormat>Widescreen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Academic Year 2025 - 26 S7 MINI PROJECT - I Zeroth Review </vt:lpstr>
      <vt:lpstr>PROBLEM STATEMENT</vt:lpstr>
      <vt:lpstr>AIM &amp; OBJECTIVES</vt:lpstr>
      <vt:lpstr>WORKFLOW</vt:lpstr>
      <vt:lpstr>ARCHITECTURE DIAGRAM</vt:lpstr>
      <vt:lpstr>CHOICE  OF  COMPONENTS  /  MODULES  / METHODS/TECHNIQUES  EQUIPMENT  USED FOR  PROJECT DEVELOPMENT </vt:lpstr>
      <vt:lpstr>EXPECTED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TRC</dc:creator>
  <cp:lastModifiedBy>SUGANTHAN SV</cp:lastModifiedBy>
  <cp:revision>4</cp:revision>
  <dcterms:created xsi:type="dcterms:W3CDTF">2023-07-14T12:21:17Z</dcterms:created>
  <dcterms:modified xsi:type="dcterms:W3CDTF">2026-07-15T15:09:52Z</dcterms:modified>
</cp:coreProperties>
</file>